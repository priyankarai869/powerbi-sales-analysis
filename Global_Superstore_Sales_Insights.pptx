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Insights – Global Superstore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dirty="0"/>
              <a:t>1. Central region leads in sales, contributing over 2.8M, significantly ahead of other regions like South and North.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dirty="0"/>
              <a:t>→ This suggests a strong customer base or operational efficiency in that region.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2. Furniture and Technology are the top-selling categories, with Furniture slightly ahead.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dirty="0"/>
              <a:t>→ Marketing efforts can be tailored to boost underperforming categories like Office </a:t>
            </a:r>
            <a:r>
              <a:rPr lang="en-US" dirty="0"/>
              <a:t>    </a:t>
            </a:r>
            <a:r>
              <a:rPr dirty="0"/>
              <a:t>Supplies.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3. Average Order Value is ₹25.9M, indicating high-value transactions on average.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dirty="0"/>
              <a:t>→ High AOV suggests bulk or premium product purchases — an opportunity to push add-on sales.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4. Sales trend shows consistent growth over time, with visible spikes during certain months (e.g., mid-2021 and mid-2022).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dirty="0"/>
              <a:t>→ This pattern can be aligned with marketing campaigns or seasonal demand fo</a:t>
            </a:r>
            <a:r>
              <a:rPr lang="en-US" dirty="0"/>
              <a:t>r</a:t>
            </a:r>
            <a:r>
              <a:rPr dirty="0"/>
              <a:t> better forecasting.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149</Words>
  <Application>Microsoft Office PowerPoint</Application>
  <PresentationFormat>On-screen Show (4:3)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Sales Insights – Global Superstore Dashboard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Abc</cp:lastModifiedBy>
  <cp:revision>2</cp:revision>
  <dcterms:created xsi:type="dcterms:W3CDTF">2013-01-27T09:14:16Z</dcterms:created>
  <dcterms:modified xsi:type="dcterms:W3CDTF">2025-05-02T13:42:43Z</dcterms:modified>
  <cp:category/>
</cp:coreProperties>
</file>